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7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11" Type="http://schemas.openxmlformats.org/officeDocument/2006/relationships/image" Target="../media/image3.png"/><Relationship Id="rId10" Type="http://schemas.openxmlformats.org/officeDocument/2006/relationships/image" Target="../media/image10.png"/><Relationship Id="rId12" Type="http://schemas.openxmlformats.org/officeDocument/2006/relationships/image" Target="../media/image14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11" Type="http://schemas.openxmlformats.org/officeDocument/2006/relationships/image" Target="../media/image25.png"/><Relationship Id="rId10" Type="http://schemas.openxmlformats.org/officeDocument/2006/relationships/image" Target="../media/image21.png"/><Relationship Id="rId12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386" r="386" t="0"/>
          <a:stretch/>
        </p:blipFill>
        <p:spPr>
          <a:xfrm>
            <a:off x="2978424" y="0"/>
            <a:ext cx="12192000" cy="68635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5700" y="1751725"/>
            <a:ext cx="5233200" cy="3131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69582" y="2376562"/>
            <a:ext cx="428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RetroTune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443362"/>
            <a:ext cx="407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Expert Retrogaming QA Assistant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94783"/>
            <a:ext cx="407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6F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Powered by RAG &amp; Google Search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572" y="4389511"/>
            <a:ext cx="407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Tiago Borges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Reviving Classics, Modernized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0669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Challenge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581275"/>
            <a:ext cx="52389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Optimizing retrogaming emulators for modern displays and high frame rates is a complex process requiring intricate, hardware-specific configuration settings.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0862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600575"/>
            <a:ext cx="52389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RetroTune AI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a specialized expert that combines a curated technical knowledge database with real-time web search to deliver tailored tuning advice for your specific PC, Mac, or Console setup.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5">
            <a:alphaModFix/>
          </a:blip>
          <a:srcRect b="27272" l="1670" r="-1670" t="0"/>
          <a:stretch/>
        </p:blipFill>
        <p:spPr>
          <a:xfrm>
            <a:off x="6381750" y="2109787"/>
            <a:ext cx="5238749" cy="381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3075"/>
            <a:ext cx="5238750" cy="454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43075"/>
            <a:ext cx="523875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Architecture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213360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Components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2647950"/>
            <a:ext cx="4457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The system is built on </a:t>
            </a:r>
            <a:r>
              <a:rPr b="1"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LangChain</a:t>
            </a:r>
            <a:r>
              <a:rPr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, which orchestrates advanced tools, and uses </a:t>
            </a:r>
            <a:r>
              <a:rPr b="1"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GPT-3.5-turbo</a:t>
            </a:r>
            <a:r>
              <a:rPr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as the "Brain" for optimal speed and reasoning.</a:t>
            </a:r>
            <a:endParaRPr sz="15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The user interface is a web link deployed via </a:t>
            </a:r>
            <a:r>
              <a:rPr b="1"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Gradio</a:t>
            </a:r>
            <a:r>
              <a:rPr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, ensuring a user-friendly chat experien</a:t>
            </a:r>
            <a:r>
              <a:rPr lang="en-US" sz="1500">
                <a:solidFill>
                  <a:schemeClr val="dk1"/>
                </a:solidFill>
              </a:rPr>
              <a:t>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772275" y="213360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Knowledge Retrieval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72275" y="2647950"/>
            <a:ext cx="44577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ChromaDB as local Vector Store to persistently hold embeddings (generated by text-embedding-ada-002) of our curated technical dataset.</a:t>
            </a:r>
            <a:endParaRPr sz="15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Inter"/>
              <a:buChar char="-"/>
            </a:pPr>
            <a:r>
              <a:rPr lang="en-U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External, real-time knowledge is fetched dynamically using the Google Search API integrated via LangChain's search wrapper.</a:t>
            </a:r>
            <a:endParaRPr sz="15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717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171700"/>
            <a:ext cx="2190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3492549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05025"/>
            <a:ext cx="3492549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05025"/>
            <a:ext cx="3492549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Hybrid Flow Logic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4955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497597" y="3543300"/>
            <a:ext cx="16402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User Query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4171950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"Best PCSX2 settings for Jak 2 on an i7 CPU?"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4955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000863" y="3543300"/>
            <a:ext cx="21902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Agent Decision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740324" y="4171950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router evaluates: Do I have this in my vector DB? Or do I need the web?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4955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809166" y="3543300"/>
            <a:ext cx="21302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Tool Execution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18624" y="417195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Executes RAG (Vector Search) OR Google Search, then synthesizes the final answer.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17675" y="26955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6955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6955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204912"/>
            <a:ext cx="555069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Knowledge Base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1976437"/>
            <a:ext cx="52863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04875" y="2338387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YouTube Transcripts: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`YoutubeLoader` and `YouTubeTranscriptApi`,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 content of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technical guides from retro-tech channels.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3443287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Official Documentation: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`WebBaseLoader`, scraped configuration wikis for major emulators like PCSX2, Dolphin, and RetroArch.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4548187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 was cleaned and chunked using `RecursiveCharacterTextSplitter` before embedding.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3383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4432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5481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pic>
        <p:nvPicPr>
          <p:cNvPr descr="apply a crt screen filter to it" id="153" name="Google Shape;153;p17"/>
          <p:cNvPicPr preferRelativeResize="0"/>
          <p:nvPr/>
        </p:nvPicPr>
        <p:blipFill rotWithShape="1">
          <a:blip r:embed="rId4">
            <a:alphaModFix/>
          </a:blip>
          <a:srcRect b="2696" l="5197" r="5197" t="2687"/>
          <a:stretch/>
        </p:blipFill>
        <p:spPr>
          <a:xfrm>
            <a:off x="6196725" y="350350"/>
            <a:ext cx="5831050" cy="61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0262"/>
            <a:ext cx="523875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Agent's "Brain"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26193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Prompt Engineering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133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strictly engineered system prompt enforces a logical flow: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772275" y="2490787"/>
            <a:ext cx="23302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 &amp; Context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72275" y="3195637"/>
            <a:ext cx="342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Type: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ConversationBufferWindowMemory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72275" y="3843337"/>
            <a:ext cx="163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Window Size: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k=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72275" y="448151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allows the agent to remember context (e.g., "I have an Nvidia 3080") across multiple turns of conversation without overloading the token limit.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47725" y="3895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38957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PC/Mac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It strictly demands hardware specs (CPU/GPU) before advising.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47725" y="4648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52500" y="46482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It advises on scalers and cables (OSSC, Retrotink).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5937"/>
            <a:ext cx="3492549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85937"/>
            <a:ext cx="3492549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85937"/>
            <a:ext cx="3492549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&amp; Integrations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1764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1432589" y="3224212"/>
            <a:ext cx="17702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Vector Search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755725" y="3852862"/>
            <a:ext cx="112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Internal Tool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62025" y="4491037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Retrieves high-fidelity, specific configuration data from our curated ChromaDB instance.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1764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185886" y="3224212"/>
            <a:ext cx="18202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Google Search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510212" y="3852862"/>
            <a:ext cx="1171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External Tool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740324" y="4491037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as a fallback for "latest" info (2024/2025 updates) or niche games not in the vector DB.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1764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199215" y="3224212"/>
            <a:ext cx="13501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LangSmith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404421" y="3904038"/>
            <a:ext cx="93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Tracin</a:t>
            </a: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518624" y="449103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real-time visibility into agent reasoning steps, token usage, and latency.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3764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76925" y="2376487"/>
            <a:ext cx="438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37648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 &amp; Quality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20050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Methodology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2519362"/>
            <a:ext cx="5238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The evaluation process was significantly advanced beyond simple qualitative assessment by implementing an automated pipeline that utilized LangSmith and the LLM-as-a-Judge methodology (powered by GPT-3).</a:t>
            </a:r>
            <a:endParaRPr sz="15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-633"/>
          <a:stretch/>
        </p:blipFill>
        <p:spPr>
          <a:xfrm>
            <a:off x="6381750" y="1140687"/>
            <a:ext cx="5238749" cy="5271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904875" y="362426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Correctness: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Validating technical accuracy against ground truth.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04875" y="442436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Relevance: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Measuring if the answer directly addresses the user's specific hardware.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04875" y="522446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Similarity: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Lexical overlap with expert human answers.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36242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44243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52244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386" r="386" t="0"/>
          <a:stretch/>
        </p:blipFill>
        <p:spPr>
          <a:xfrm>
            <a:off x="0" y="0"/>
            <a:ext cx="12192000" cy="686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578322"/>
            <a:ext cx="7620000" cy="3701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2695575" y="2149822"/>
            <a:ext cx="68008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Ready to Play?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857500" y="3216622"/>
            <a:ext cx="6477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RetroTune AI bridges the gap between nostalgia and modern technology.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2857500" y="4016722"/>
            <a:ext cx="6477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Future Work: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Expanding the dataset to include handheld FPGA consoles and integrating local LLMs for offline usage.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